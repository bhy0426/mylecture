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/>
        <a:ea typeface="맑은 고딕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/>
        <a:ea typeface="맑은 고딕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/>
        <a:ea typeface="맑은 고딕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/>
        <a:ea typeface="맑은 고딕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/>
        <a:ea typeface="맑은 고딕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/>
        <a:ea typeface="맑은 고딕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/>
        <a:ea typeface="맑은 고딕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/>
        <a:ea typeface="맑은 고딕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/>
        <a:ea typeface="맑은 고딕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loop="1"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668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20" y="1158"/>
      </p:cViewPr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36052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Relationship Id="rId3" Type="http://schemas.openxmlformats.org/officeDocument/2006/relationships/image" Target="../media/image1.png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ttps://qrcodethumb-phinf.pstatic.net/20230627_205/1687837659387cnEr6_PNG/1aygq.png 바로가기 QR코드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5229200"/>
            <a:ext cx="1457325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56250" r="6460"/>
          <a:stretch>
            <a:fillRect/>
          </a:stretch>
        </p:blipFill>
        <p:spPr>
          <a:xfrm>
            <a:off x="0" y="0"/>
            <a:ext cx="9144000" cy="689631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444109" y="5293095"/>
            <a:ext cx="1449202" cy="1349862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2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직사각형 5122"/>
          <p:cNvSpPr/>
          <p:nvPr/>
        </p:nvSpPr>
        <p:spPr>
          <a:xfrm>
            <a:off x="7485014" y="5328156"/>
            <a:ext cx="1349862" cy="1332331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직사각형 6146"/>
          <p:cNvSpPr/>
          <p:nvPr/>
        </p:nvSpPr>
        <p:spPr>
          <a:xfrm>
            <a:off x="7543450" y="5240503"/>
            <a:ext cx="1303113" cy="14550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직사각형 7170"/>
          <p:cNvSpPr/>
          <p:nvPr/>
        </p:nvSpPr>
        <p:spPr>
          <a:xfrm>
            <a:off x="7426579" y="5263877"/>
            <a:ext cx="1507637" cy="1449202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직사각형 8194"/>
          <p:cNvSpPr/>
          <p:nvPr/>
        </p:nvSpPr>
        <p:spPr>
          <a:xfrm>
            <a:off x="7455796" y="5374905"/>
            <a:ext cx="1338175" cy="127973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직사각형 9218"/>
          <p:cNvSpPr/>
          <p:nvPr/>
        </p:nvSpPr>
        <p:spPr>
          <a:xfrm>
            <a:off x="7444109" y="5222972"/>
            <a:ext cx="1460889" cy="1431672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직사각형 10242"/>
          <p:cNvSpPr/>
          <p:nvPr/>
        </p:nvSpPr>
        <p:spPr>
          <a:xfrm>
            <a:off x="7490858" y="5293095"/>
            <a:ext cx="1384923" cy="1349862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7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2015-08-24T13:45:36.000</dcterms:created>
  <dc:creator>뀨뀨</dc:creator>
  <cp:lastModifiedBy>KBS</cp:lastModifiedBy>
  <dcterms:modified xsi:type="dcterms:W3CDTF">2026-02-14T03:39:36.128</dcterms:modified>
  <cp:revision>18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